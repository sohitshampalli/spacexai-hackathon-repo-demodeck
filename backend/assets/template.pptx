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_bar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432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_text"/>
          <p:cNvSpPr txBox="1"/>
          <p:nvPr/>
        </p:nvSpPr>
        <p:spPr>
          <a:xfrm>
            <a:off x="502920" y="256032"/>
            <a:ext cx="9509760" cy="71323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/>
        </p:txBody>
      </p:sp>
      <p:sp>
        <p:nvSpPr>
          <p:cNvPr id="4" name="tag_text"/>
          <p:cNvSpPr txBox="1"/>
          <p:nvPr/>
        </p:nvSpPr>
        <p:spPr>
          <a:xfrm>
            <a:off x="502920" y="987552"/>
            <a:ext cx="777240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/>
        </p:txBody>
      </p:sp>
      <p:sp>
        <p:nvSpPr>
          <p:cNvPr id="5" name="divider"/>
          <p:cNvSpPr/>
          <p:nvPr/>
        </p:nvSpPr>
        <p:spPr>
          <a:xfrm>
            <a:off x="502920" y="1335024"/>
            <a:ext cx="2103120" cy="54864"/>
          </a:xfrm>
          <a:prstGeom prst="rect">
            <a:avLst/>
          </a:prstGeom>
          <a:solidFill>
            <a:srgbClr val="C4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dy_text"/>
          <p:cNvSpPr txBox="1"/>
          <p:nvPr/>
        </p:nvSpPr>
        <p:spPr>
          <a:xfrm>
            <a:off x="502920" y="1554480"/>
            <a:ext cx="11064240" cy="352044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/>
        </p:txBody>
      </p:sp>
      <p:sp>
        <p:nvSpPr>
          <p:cNvPr id="7" name="quote_text"/>
          <p:cNvSpPr txBox="1"/>
          <p:nvPr/>
        </p:nvSpPr>
        <p:spPr>
          <a:xfrm>
            <a:off x="502920" y="5212080"/>
            <a:ext cx="11064240" cy="128016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_bar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432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_text"/>
          <p:cNvSpPr txBox="1"/>
          <p:nvPr/>
        </p:nvSpPr>
        <p:spPr>
          <a:xfrm>
            <a:off x="502920" y="256032"/>
            <a:ext cx="9509760" cy="71323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/>
        </p:txBody>
      </p:sp>
      <p:sp>
        <p:nvSpPr>
          <p:cNvPr id="4" name="tag_text"/>
          <p:cNvSpPr txBox="1"/>
          <p:nvPr/>
        </p:nvSpPr>
        <p:spPr>
          <a:xfrm>
            <a:off x="502920" y="987552"/>
            <a:ext cx="777240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/>
        </p:txBody>
      </p:sp>
      <p:sp>
        <p:nvSpPr>
          <p:cNvPr id="5" name="divider"/>
          <p:cNvSpPr/>
          <p:nvPr/>
        </p:nvSpPr>
        <p:spPr>
          <a:xfrm>
            <a:off x="502920" y="1335024"/>
            <a:ext cx="2103120" cy="54864"/>
          </a:xfrm>
          <a:prstGeom prst="rect">
            <a:avLst/>
          </a:prstGeom>
          <a:solidFill>
            <a:srgbClr val="C4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dy_text"/>
          <p:cNvSpPr txBox="1"/>
          <p:nvPr/>
        </p:nvSpPr>
        <p:spPr>
          <a:xfrm>
            <a:off x="502920" y="1554480"/>
            <a:ext cx="11064240" cy="352044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/>
        </p:txBody>
      </p:sp>
      <p:sp>
        <p:nvSpPr>
          <p:cNvPr id="7" name="quote_text"/>
          <p:cNvSpPr txBox="1"/>
          <p:nvPr/>
        </p:nvSpPr>
        <p:spPr>
          <a:xfrm>
            <a:off x="502920" y="5212080"/>
            <a:ext cx="11064240" cy="128016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_bar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432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_text"/>
          <p:cNvSpPr txBox="1"/>
          <p:nvPr/>
        </p:nvSpPr>
        <p:spPr>
          <a:xfrm>
            <a:off x="502920" y="256032"/>
            <a:ext cx="9509760" cy="71323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/>
        </p:txBody>
      </p:sp>
      <p:sp>
        <p:nvSpPr>
          <p:cNvPr id="4" name="tag_text"/>
          <p:cNvSpPr txBox="1"/>
          <p:nvPr/>
        </p:nvSpPr>
        <p:spPr>
          <a:xfrm>
            <a:off x="502920" y="987552"/>
            <a:ext cx="777240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/>
        </p:txBody>
      </p:sp>
      <p:sp>
        <p:nvSpPr>
          <p:cNvPr id="5" name="divider"/>
          <p:cNvSpPr/>
          <p:nvPr/>
        </p:nvSpPr>
        <p:spPr>
          <a:xfrm>
            <a:off x="502920" y="1335024"/>
            <a:ext cx="2103120" cy="54864"/>
          </a:xfrm>
          <a:prstGeom prst="rect">
            <a:avLst/>
          </a:prstGeom>
          <a:solidFill>
            <a:srgbClr val="C4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dy_text"/>
          <p:cNvSpPr txBox="1"/>
          <p:nvPr/>
        </p:nvSpPr>
        <p:spPr>
          <a:xfrm>
            <a:off x="502920" y="1554480"/>
            <a:ext cx="11064240" cy="352044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/>
        </p:txBody>
      </p:sp>
      <p:sp>
        <p:nvSpPr>
          <p:cNvPr id="7" name="quote_text"/>
          <p:cNvSpPr txBox="1"/>
          <p:nvPr/>
        </p:nvSpPr>
        <p:spPr>
          <a:xfrm>
            <a:off x="502920" y="5212080"/>
            <a:ext cx="11064240" cy="128016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/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_bar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432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_text"/>
          <p:cNvSpPr txBox="1"/>
          <p:nvPr/>
        </p:nvSpPr>
        <p:spPr>
          <a:xfrm>
            <a:off x="502920" y="256032"/>
            <a:ext cx="9509760" cy="71323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/>
        </p:txBody>
      </p:sp>
      <p:sp>
        <p:nvSpPr>
          <p:cNvPr id="4" name="tag_text"/>
          <p:cNvSpPr txBox="1"/>
          <p:nvPr/>
        </p:nvSpPr>
        <p:spPr>
          <a:xfrm>
            <a:off x="502920" y="987552"/>
            <a:ext cx="777240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/>
        </p:txBody>
      </p:sp>
      <p:sp>
        <p:nvSpPr>
          <p:cNvPr id="5" name="divider"/>
          <p:cNvSpPr/>
          <p:nvPr/>
        </p:nvSpPr>
        <p:spPr>
          <a:xfrm>
            <a:off x="502920" y="1335024"/>
            <a:ext cx="2103120" cy="54864"/>
          </a:xfrm>
          <a:prstGeom prst="rect">
            <a:avLst/>
          </a:prstGeom>
          <a:solidFill>
            <a:srgbClr val="C4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dy_text"/>
          <p:cNvSpPr txBox="1"/>
          <p:nvPr/>
        </p:nvSpPr>
        <p:spPr>
          <a:xfrm>
            <a:off x="502920" y="1554480"/>
            <a:ext cx="11064240" cy="352044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/>
        </p:txBody>
      </p:sp>
      <p:sp>
        <p:nvSpPr>
          <p:cNvPr id="7" name="quote_text"/>
          <p:cNvSpPr txBox="1"/>
          <p:nvPr/>
        </p:nvSpPr>
        <p:spPr>
          <a:xfrm>
            <a:off x="502920" y="5212080"/>
            <a:ext cx="11064240" cy="128016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/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_bar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432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_text"/>
          <p:cNvSpPr txBox="1"/>
          <p:nvPr/>
        </p:nvSpPr>
        <p:spPr>
          <a:xfrm>
            <a:off x="502920" y="256032"/>
            <a:ext cx="9509760" cy="71323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/>
        </p:txBody>
      </p:sp>
      <p:sp>
        <p:nvSpPr>
          <p:cNvPr id="4" name="tag_text"/>
          <p:cNvSpPr txBox="1"/>
          <p:nvPr/>
        </p:nvSpPr>
        <p:spPr>
          <a:xfrm>
            <a:off x="502920" y="987552"/>
            <a:ext cx="777240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/>
        </p:txBody>
      </p:sp>
      <p:sp>
        <p:nvSpPr>
          <p:cNvPr id="5" name="divider"/>
          <p:cNvSpPr/>
          <p:nvPr/>
        </p:nvSpPr>
        <p:spPr>
          <a:xfrm>
            <a:off x="502920" y="1335024"/>
            <a:ext cx="2103120" cy="54864"/>
          </a:xfrm>
          <a:prstGeom prst="rect">
            <a:avLst/>
          </a:prstGeom>
          <a:solidFill>
            <a:srgbClr val="C4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dy_text"/>
          <p:cNvSpPr txBox="1"/>
          <p:nvPr/>
        </p:nvSpPr>
        <p:spPr>
          <a:xfrm>
            <a:off x="502920" y="1554480"/>
            <a:ext cx="11064240" cy="352044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/>
        </p:txBody>
      </p:sp>
      <p:sp>
        <p:nvSpPr>
          <p:cNvPr id="7" name="quote_text"/>
          <p:cNvSpPr txBox="1"/>
          <p:nvPr/>
        </p:nvSpPr>
        <p:spPr>
          <a:xfrm>
            <a:off x="502920" y="5212080"/>
            <a:ext cx="11064240" cy="128016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_bar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432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_text"/>
          <p:cNvSpPr txBox="1"/>
          <p:nvPr/>
        </p:nvSpPr>
        <p:spPr>
          <a:xfrm>
            <a:off x="502920" y="256032"/>
            <a:ext cx="9509760" cy="71323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/>
        </p:txBody>
      </p:sp>
      <p:sp>
        <p:nvSpPr>
          <p:cNvPr id="4" name="tag_text"/>
          <p:cNvSpPr txBox="1"/>
          <p:nvPr/>
        </p:nvSpPr>
        <p:spPr>
          <a:xfrm>
            <a:off x="502920" y="987552"/>
            <a:ext cx="777240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/>
        </p:txBody>
      </p:sp>
      <p:sp>
        <p:nvSpPr>
          <p:cNvPr id="5" name="divider"/>
          <p:cNvSpPr/>
          <p:nvPr/>
        </p:nvSpPr>
        <p:spPr>
          <a:xfrm>
            <a:off x="502920" y="1335024"/>
            <a:ext cx="2103120" cy="54864"/>
          </a:xfrm>
          <a:prstGeom prst="rect">
            <a:avLst/>
          </a:prstGeom>
          <a:solidFill>
            <a:srgbClr val="C4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dy_text"/>
          <p:cNvSpPr txBox="1"/>
          <p:nvPr/>
        </p:nvSpPr>
        <p:spPr>
          <a:xfrm>
            <a:off x="502920" y="1554480"/>
            <a:ext cx="11064240" cy="352044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/>
        </p:txBody>
      </p:sp>
      <p:sp>
        <p:nvSpPr>
          <p:cNvPr id="7" name="quote_text"/>
          <p:cNvSpPr txBox="1"/>
          <p:nvPr/>
        </p:nvSpPr>
        <p:spPr>
          <a:xfrm>
            <a:off x="502920" y="5212080"/>
            <a:ext cx="11064240" cy="128016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