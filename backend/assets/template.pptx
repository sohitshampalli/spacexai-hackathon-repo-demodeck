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_bar"/>
          <p:cNvSpPr/>
          <p:nvPr/>
        </p:nvSpPr>
        <p:spPr>
          <a:xfrm>
            <a:off x="0" y="0"/>
            <a:ext cx="12191999" cy="73152"/>
          </a:xfrm>
          <a:prstGeom prst="rect">
            <a:avLst/>
          </a:prstGeom>
          <a:solidFill>
            <a:srgbClr val="173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ag_text"/>
          <p:cNvSpPr txBox="1"/>
          <p:nvPr/>
        </p:nvSpPr>
        <p:spPr>
          <a:xfrm>
            <a:off x="731520" y="347472"/>
            <a:ext cx="10725912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/>
        </p:txBody>
      </p:sp>
      <p:sp>
        <p:nvSpPr>
          <p:cNvPr id="4" name="title_text"/>
          <p:cNvSpPr txBox="1"/>
          <p:nvPr/>
        </p:nvSpPr>
        <p:spPr>
          <a:xfrm>
            <a:off x="731520" y="640080"/>
            <a:ext cx="10725912" cy="80467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/>
        </p:txBody>
      </p:sp>
      <p:sp>
        <p:nvSpPr>
          <p:cNvPr id="5" name="divider"/>
          <p:cNvSpPr/>
          <p:nvPr/>
        </p:nvSpPr>
        <p:spPr>
          <a:xfrm>
            <a:off x="731520" y="1536192"/>
            <a:ext cx="1554480" cy="36576"/>
          </a:xfrm>
          <a:prstGeom prst="rect">
            <a:avLst/>
          </a:prstGeom>
          <a:solidFill>
            <a:srgbClr val="C46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ooter_text"/>
          <p:cNvSpPr txBox="1"/>
          <p:nvPr/>
        </p:nvSpPr>
        <p:spPr>
          <a:xfrm>
            <a:off x="731520" y="6419088"/>
            <a:ext cx="73152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/>
        </p:txBody>
      </p:sp>
      <p:sp>
        <p:nvSpPr>
          <p:cNvPr id="7" name="slide_number"/>
          <p:cNvSpPr txBox="1"/>
          <p:nvPr/>
        </p:nvSpPr>
        <p:spPr>
          <a:xfrm>
            <a:off x="9052560" y="6419088"/>
            <a:ext cx="2404872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r"/>
          </a:p>
        </p:txBody>
      </p:sp>
      <p:sp>
        <p:nvSpPr>
          <p:cNvPr id="8" name="body_text"/>
          <p:cNvSpPr txBox="1"/>
          <p:nvPr/>
        </p:nvSpPr>
        <p:spPr>
          <a:xfrm>
            <a:off x="731520" y="1874519"/>
            <a:ext cx="10725912" cy="14173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/>
        </p:txBody>
      </p:sp>
      <p:sp>
        <p:nvSpPr>
          <p:cNvPr id="9" name="quote_text"/>
          <p:cNvSpPr txBox="1"/>
          <p:nvPr/>
        </p:nvSpPr>
        <p:spPr>
          <a:xfrm>
            <a:off x="731520" y="3566160"/>
            <a:ext cx="10725912" cy="2286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_bar"/>
          <p:cNvSpPr/>
          <p:nvPr/>
        </p:nvSpPr>
        <p:spPr>
          <a:xfrm>
            <a:off x="0" y="0"/>
            <a:ext cx="12191999" cy="73152"/>
          </a:xfrm>
          <a:prstGeom prst="rect">
            <a:avLst/>
          </a:prstGeom>
          <a:solidFill>
            <a:srgbClr val="173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ag_text"/>
          <p:cNvSpPr txBox="1"/>
          <p:nvPr/>
        </p:nvSpPr>
        <p:spPr>
          <a:xfrm>
            <a:off x="731520" y="347472"/>
            <a:ext cx="10725912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/>
        </p:txBody>
      </p:sp>
      <p:sp>
        <p:nvSpPr>
          <p:cNvPr id="4" name="title_text"/>
          <p:cNvSpPr txBox="1"/>
          <p:nvPr/>
        </p:nvSpPr>
        <p:spPr>
          <a:xfrm>
            <a:off x="731520" y="640080"/>
            <a:ext cx="10725912" cy="80467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/>
        </p:txBody>
      </p:sp>
      <p:sp>
        <p:nvSpPr>
          <p:cNvPr id="5" name="divider"/>
          <p:cNvSpPr/>
          <p:nvPr/>
        </p:nvSpPr>
        <p:spPr>
          <a:xfrm>
            <a:off x="731520" y="1536192"/>
            <a:ext cx="1554480" cy="36576"/>
          </a:xfrm>
          <a:prstGeom prst="rect">
            <a:avLst/>
          </a:prstGeom>
          <a:solidFill>
            <a:srgbClr val="C46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ooter_text"/>
          <p:cNvSpPr txBox="1"/>
          <p:nvPr/>
        </p:nvSpPr>
        <p:spPr>
          <a:xfrm>
            <a:off x="731520" y="6419088"/>
            <a:ext cx="73152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/>
        </p:txBody>
      </p:sp>
      <p:sp>
        <p:nvSpPr>
          <p:cNvPr id="7" name="slide_number"/>
          <p:cNvSpPr txBox="1"/>
          <p:nvPr/>
        </p:nvSpPr>
        <p:spPr>
          <a:xfrm>
            <a:off x="9052560" y="6419088"/>
            <a:ext cx="2404872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r"/>
          </a:p>
        </p:txBody>
      </p:sp>
      <p:sp>
        <p:nvSpPr>
          <p:cNvPr id="8" name="body_text"/>
          <p:cNvSpPr txBox="1"/>
          <p:nvPr/>
        </p:nvSpPr>
        <p:spPr>
          <a:xfrm>
            <a:off x="731520" y="1828800"/>
            <a:ext cx="6446520" cy="41605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/>
        </p:txBody>
      </p:sp>
      <p:sp>
        <p:nvSpPr>
          <p:cNvPr id="9" name="quote_panel"/>
          <p:cNvSpPr/>
          <p:nvPr/>
        </p:nvSpPr>
        <p:spPr>
          <a:xfrm>
            <a:off x="7498079" y="1828800"/>
            <a:ext cx="3959352" cy="4160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quote_text"/>
          <p:cNvSpPr txBox="1"/>
          <p:nvPr/>
        </p:nvSpPr>
        <p:spPr>
          <a:xfrm>
            <a:off x="7754112" y="2048256"/>
            <a:ext cx="3520440" cy="3749039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_bar"/>
          <p:cNvSpPr/>
          <p:nvPr/>
        </p:nvSpPr>
        <p:spPr>
          <a:xfrm>
            <a:off x="0" y="0"/>
            <a:ext cx="12191999" cy="73152"/>
          </a:xfrm>
          <a:prstGeom prst="rect">
            <a:avLst/>
          </a:prstGeom>
          <a:solidFill>
            <a:srgbClr val="173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ag_text"/>
          <p:cNvSpPr txBox="1"/>
          <p:nvPr/>
        </p:nvSpPr>
        <p:spPr>
          <a:xfrm>
            <a:off x="731520" y="347472"/>
            <a:ext cx="10725912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/>
        </p:txBody>
      </p:sp>
      <p:sp>
        <p:nvSpPr>
          <p:cNvPr id="4" name="title_text"/>
          <p:cNvSpPr txBox="1"/>
          <p:nvPr/>
        </p:nvSpPr>
        <p:spPr>
          <a:xfrm>
            <a:off x="731520" y="640080"/>
            <a:ext cx="10725912" cy="80467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/>
        </p:txBody>
      </p:sp>
      <p:sp>
        <p:nvSpPr>
          <p:cNvPr id="5" name="divider"/>
          <p:cNvSpPr/>
          <p:nvPr/>
        </p:nvSpPr>
        <p:spPr>
          <a:xfrm>
            <a:off x="731520" y="1536192"/>
            <a:ext cx="1554480" cy="36576"/>
          </a:xfrm>
          <a:prstGeom prst="rect">
            <a:avLst/>
          </a:prstGeom>
          <a:solidFill>
            <a:srgbClr val="C46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ooter_text"/>
          <p:cNvSpPr txBox="1"/>
          <p:nvPr/>
        </p:nvSpPr>
        <p:spPr>
          <a:xfrm>
            <a:off x="731520" y="6419088"/>
            <a:ext cx="73152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/>
        </p:txBody>
      </p:sp>
      <p:sp>
        <p:nvSpPr>
          <p:cNvPr id="7" name="slide_number"/>
          <p:cNvSpPr txBox="1"/>
          <p:nvPr/>
        </p:nvSpPr>
        <p:spPr>
          <a:xfrm>
            <a:off x="9052560" y="6419088"/>
            <a:ext cx="2404872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r"/>
          </a:p>
        </p:txBody>
      </p:sp>
      <p:sp>
        <p:nvSpPr>
          <p:cNvPr id="8" name="body_text"/>
          <p:cNvSpPr txBox="1"/>
          <p:nvPr/>
        </p:nvSpPr>
        <p:spPr>
          <a:xfrm>
            <a:off x="731520" y="1783080"/>
            <a:ext cx="10725912" cy="132588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/>
        </p:txBody>
      </p:sp>
      <p:sp>
        <p:nvSpPr>
          <p:cNvPr id="9" name="quote_panel"/>
          <p:cNvSpPr/>
          <p:nvPr/>
        </p:nvSpPr>
        <p:spPr>
          <a:xfrm>
            <a:off x="731520" y="3383280"/>
            <a:ext cx="45720" cy="2331720"/>
          </a:xfrm>
          <a:prstGeom prst="rect">
            <a:avLst/>
          </a:prstGeom>
          <a:solidFill>
            <a:srgbClr val="C46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quote_mark"/>
          <p:cNvSpPr txBox="1"/>
          <p:nvPr/>
        </p:nvSpPr>
        <p:spPr>
          <a:xfrm>
            <a:off x="987552" y="3218688"/>
            <a:ext cx="777240" cy="77724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sz="5400" b="1" i="0">
                <a:solidFill>
                  <a:srgbClr val="C46B3A"/>
                </a:solidFill>
                <a:latin typeface="Inter"/>
                <a:cs typeface="Inter"/>
                <a:ea typeface="Inter"/>
              </a:rPr>
              <a:t>“</a:t>
            </a:r>
          </a:p>
        </p:txBody>
      </p:sp>
      <p:sp>
        <p:nvSpPr>
          <p:cNvPr id="11" name="quote_text"/>
          <p:cNvSpPr txBox="1"/>
          <p:nvPr/>
        </p:nvSpPr>
        <p:spPr>
          <a:xfrm>
            <a:off x="1783080" y="3794760"/>
            <a:ext cx="9491472" cy="1874519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/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_bar"/>
          <p:cNvSpPr/>
          <p:nvPr/>
        </p:nvSpPr>
        <p:spPr>
          <a:xfrm>
            <a:off x="0" y="0"/>
            <a:ext cx="12191999" cy="73152"/>
          </a:xfrm>
          <a:prstGeom prst="rect">
            <a:avLst/>
          </a:prstGeom>
          <a:solidFill>
            <a:srgbClr val="173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ag_text"/>
          <p:cNvSpPr txBox="1"/>
          <p:nvPr/>
        </p:nvSpPr>
        <p:spPr>
          <a:xfrm>
            <a:off x="731520" y="347472"/>
            <a:ext cx="10725912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/>
        </p:txBody>
      </p:sp>
      <p:sp>
        <p:nvSpPr>
          <p:cNvPr id="4" name="title_text"/>
          <p:cNvSpPr txBox="1"/>
          <p:nvPr/>
        </p:nvSpPr>
        <p:spPr>
          <a:xfrm>
            <a:off x="731520" y="640080"/>
            <a:ext cx="10725912" cy="80467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/>
        </p:txBody>
      </p:sp>
      <p:sp>
        <p:nvSpPr>
          <p:cNvPr id="5" name="divider"/>
          <p:cNvSpPr/>
          <p:nvPr/>
        </p:nvSpPr>
        <p:spPr>
          <a:xfrm>
            <a:off x="731520" y="1536192"/>
            <a:ext cx="1554480" cy="36576"/>
          </a:xfrm>
          <a:prstGeom prst="rect">
            <a:avLst/>
          </a:prstGeom>
          <a:solidFill>
            <a:srgbClr val="C46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ooter_text"/>
          <p:cNvSpPr txBox="1"/>
          <p:nvPr/>
        </p:nvSpPr>
        <p:spPr>
          <a:xfrm>
            <a:off x="731520" y="6419088"/>
            <a:ext cx="73152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/>
        </p:txBody>
      </p:sp>
      <p:sp>
        <p:nvSpPr>
          <p:cNvPr id="7" name="slide_number"/>
          <p:cNvSpPr txBox="1"/>
          <p:nvPr/>
        </p:nvSpPr>
        <p:spPr>
          <a:xfrm>
            <a:off x="9052560" y="6419088"/>
            <a:ext cx="2404872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r"/>
          </a:p>
        </p:txBody>
      </p:sp>
      <p:sp>
        <p:nvSpPr>
          <p:cNvPr id="8" name="body_text"/>
          <p:cNvSpPr txBox="1"/>
          <p:nvPr/>
        </p:nvSpPr>
        <p:spPr>
          <a:xfrm>
            <a:off x="731520" y="1783080"/>
            <a:ext cx="10725912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/>
        </p:txBody>
      </p:sp>
      <p:sp>
        <p:nvSpPr>
          <p:cNvPr id="9" name="quote_text"/>
          <p:cNvSpPr txBox="1"/>
          <p:nvPr/>
        </p:nvSpPr>
        <p:spPr>
          <a:xfrm>
            <a:off x="731520" y="5943600"/>
            <a:ext cx="10725912" cy="34747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/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_bar"/>
          <p:cNvSpPr/>
          <p:nvPr/>
        </p:nvSpPr>
        <p:spPr>
          <a:xfrm>
            <a:off x="0" y="0"/>
            <a:ext cx="12191999" cy="73152"/>
          </a:xfrm>
          <a:prstGeom prst="rect">
            <a:avLst/>
          </a:prstGeom>
          <a:solidFill>
            <a:srgbClr val="173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ag_text"/>
          <p:cNvSpPr txBox="1"/>
          <p:nvPr/>
        </p:nvSpPr>
        <p:spPr>
          <a:xfrm>
            <a:off x="731520" y="347472"/>
            <a:ext cx="10725912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/>
        </p:txBody>
      </p:sp>
      <p:sp>
        <p:nvSpPr>
          <p:cNvPr id="4" name="title_text"/>
          <p:cNvSpPr txBox="1"/>
          <p:nvPr/>
        </p:nvSpPr>
        <p:spPr>
          <a:xfrm>
            <a:off x="731520" y="640080"/>
            <a:ext cx="10725912" cy="80467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/>
        </p:txBody>
      </p:sp>
      <p:sp>
        <p:nvSpPr>
          <p:cNvPr id="5" name="divider"/>
          <p:cNvSpPr/>
          <p:nvPr/>
        </p:nvSpPr>
        <p:spPr>
          <a:xfrm>
            <a:off x="731520" y="1536192"/>
            <a:ext cx="1554480" cy="36576"/>
          </a:xfrm>
          <a:prstGeom prst="rect">
            <a:avLst/>
          </a:prstGeom>
          <a:solidFill>
            <a:srgbClr val="C46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ooter_text"/>
          <p:cNvSpPr txBox="1"/>
          <p:nvPr/>
        </p:nvSpPr>
        <p:spPr>
          <a:xfrm>
            <a:off x="731520" y="6419088"/>
            <a:ext cx="73152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/>
        </p:txBody>
      </p:sp>
      <p:sp>
        <p:nvSpPr>
          <p:cNvPr id="7" name="slide_number"/>
          <p:cNvSpPr txBox="1"/>
          <p:nvPr/>
        </p:nvSpPr>
        <p:spPr>
          <a:xfrm>
            <a:off x="9052560" y="6419088"/>
            <a:ext cx="2404872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r"/>
          </a:p>
        </p:txBody>
      </p:sp>
      <p:sp>
        <p:nvSpPr>
          <p:cNvPr id="8" name="body_text"/>
          <p:cNvSpPr txBox="1"/>
          <p:nvPr/>
        </p:nvSpPr>
        <p:spPr>
          <a:xfrm>
            <a:off x="731520" y="1828800"/>
            <a:ext cx="10725912" cy="3657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/>
        </p:txBody>
      </p:sp>
      <p:sp>
        <p:nvSpPr>
          <p:cNvPr id="9" name="quote_text"/>
          <p:cNvSpPr txBox="1"/>
          <p:nvPr/>
        </p:nvSpPr>
        <p:spPr>
          <a:xfrm>
            <a:off x="731520" y="5623560"/>
            <a:ext cx="10725912" cy="64008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/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_bar"/>
          <p:cNvSpPr/>
          <p:nvPr/>
        </p:nvSpPr>
        <p:spPr>
          <a:xfrm>
            <a:off x="0" y="0"/>
            <a:ext cx="12191999" cy="73152"/>
          </a:xfrm>
          <a:prstGeom prst="rect">
            <a:avLst/>
          </a:prstGeom>
          <a:solidFill>
            <a:srgbClr val="173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ag_text"/>
          <p:cNvSpPr txBox="1"/>
          <p:nvPr/>
        </p:nvSpPr>
        <p:spPr>
          <a:xfrm>
            <a:off x="731520" y="347472"/>
            <a:ext cx="10725912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/>
        </p:txBody>
      </p:sp>
      <p:sp>
        <p:nvSpPr>
          <p:cNvPr id="4" name="title_text"/>
          <p:cNvSpPr txBox="1"/>
          <p:nvPr/>
        </p:nvSpPr>
        <p:spPr>
          <a:xfrm>
            <a:off x="731520" y="640080"/>
            <a:ext cx="10725912" cy="80467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/>
        </p:txBody>
      </p:sp>
      <p:sp>
        <p:nvSpPr>
          <p:cNvPr id="5" name="divider"/>
          <p:cNvSpPr/>
          <p:nvPr/>
        </p:nvSpPr>
        <p:spPr>
          <a:xfrm>
            <a:off x="731520" y="1536192"/>
            <a:ext cx="1554480" cy="36576"/>
          </a:xfrm>
          <a:prstGeom prst="rect">
            <a:avLst/>
          </a:prstGeom>
          <a:solidFill>
            <a:srgbClr val="C46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ooter_text"/>
          <p:cNvSpPr txBox="1"/>
          <p:nvPr/>
        </p:nvSpPr>
        <p:spPr>
          <a:xfrm>
            <a:off x="731520" y="6419088"/>
            <a:ext cx="73152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/>
        </p:txBody>
      </p:sp>
      <p:sp>
        <p:nvSpPr>
          <p:cNvPr id="7" name="slide_number"/>
          <p:cNvSpPr txBox="1"/>
          <p:nvPr/>
        </p:nvSpPr>
        <p:spPr>
          <a:xfrm>
            <a:off x="9052560" y="6419088"/>
            <a:ext cx="2404872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r"/>
          </a:p>
        </p:txBody>
      </p:sp>
      <p:sp>
        <p:nvSpPr>
          <p:cNvPr id="8" name="body_text"/>
          <p:cNvSpPr txBox="1"/>
          <p:nvPr/>
        </p:nvSpPr>
        <p:spPr>
          <a:xfrm>
            <a:off x="731520" y="1828800"/>
            <a:ext cx="10725912" cy="3657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/>
        </p:txBody>
      </p:sp>
      <p:sp>
        <p:nvSpPr>
          <p:cNvPr id="9" name="quote_text"/>
          <p:cNvSpPr txBox="1"/>
          <p:nvPr/>
        </p:nvSpPr>
        <p:spPr>
          <a:xfrm>
            <a:off x="731520" y="5623560"/>
            <a:ext cx="10725912" cy="64008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