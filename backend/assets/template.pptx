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vider"/>
          <p:cNvSpPr/>
          <p:nvPr/>
        </p:nvSpPr>
        <p:spPr>
          <a:xfrm>
            <a:off x="6583680" y="0"/>
            <a:ext cx="64008" cy="6858000"/>
          </a:xfrm>
          <a:prstGeom prst="rect">
            <a:avLst/>
          </a:prstGeom>
          <a:solidFill>
            <a:srgbClr val="C4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g_text"/>
          <p:cNvSpPr txBox="1"/>
          <p:nvPr/>
        </p:nvSpPr>
        <p:spPr>
          <a:xfrm>
            <a:off x="502920" y="1554480"/>
            <a:ext cx="55778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5" name="title_text"/>
          <p:cNvSpPr txBox="1"/>
          <p:nvPr/>
        </p:nvSpPr>
        <p:spPr>
          <a:xfrm>
            <a:off x="502920" y="1965960"/>
            <a:ext cx="566928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6" name="body_text"/>
          <p:cNvSpPr txBox="1"/>
          <p:nvPr/>
        </p:nvSpPr>
        <p:spPr>
          <a:xfrm>
            <a:off x="502920" y="4297680"/>
            <a:ext cx="5623560" cy="1325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7" name="quote_text"/>
          <p:cNvSpPr txBox="1"/>
          <p:nvPr/>
        </p:nvSpPr>
        <p:spPr>
          <a:xfrm>
            <a:off x="7040880" y="2331720"/>
            <a:ext cx="4617720" cy="23774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8" name="footer_text"/>
          <p:cNvSpPr txBox="1"/>
          <p:nvPr/>
        </p:nvSpPr>
        <p:spPr>
          <a:xfrm>
            <a:off x="7040880" y="6355080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9" name="slide_number"/>
          <p:cNvSpPr txBox="1"/>
          <p:nvPr/>
        </p:nvSpPr>
        <p:spPr>
          <a:xfrm>
            <a:off x="9966960" y="6355080"/>
            <a:ext cx="1691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g_text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4" name="title_text"/>
          <p:cNvSpPr txBox="1"/>
          <p:nvPr/>
        </p:nvSpPr>
        <p:spPr>
          <a:xfrm>
            <a:off x="566928" y="566928"/>
            <a:ext cx="110185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5" name="divider"/>
          <p:cNvSpPr/>
          <p:nvPr/>
        </p:nvSpPr>
        <p:spPr>
          <a:xfrm>
            <a:off x="566928" y="1517904"/>
            <a:ext cx="1417320" cy="41148"/>
          </a:xfrm>
          <a:prstGeom prst="rect">
            <a:avLst/>
          </a:prstGeom>
          <a:solidFill>
            <a:srgbClr val="C4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text"/>
          <p:cNvSpPr txBox="1"/>
          <p:nvPr/>
        </p:nvSpPr>
        <p:spPr>
          <a:xfrm>
            <a:off x="566928" y="64465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7" name="slide_number"/>
          <p:cNvSpPr txBox="1"/>
          <p:nvPr/>
        </p:nvSpPr>
        <p:spPr>
          <a:xfrm>
            <a:off x="9281160" y="64465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</a:p>
        </p:txBody>
      </p:sp>
      <p:sp>
        <p:nvSpPr>
          <p:cNvPr id="8" name="body_text"/>
          <p:cNvSpPr txBox="1"/>
          <p:nvPr/>
        </p:nvSpPr>
        <p:spPr>
          <a:xfrm>
            <a:off x="566928" y="1783080"/>
            <a:ext cx="6720840" cy="434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9" name="quote_panel"/>
          <p:cNvSpPr/>
          <p:nvPr/>
        </p:nvSpPr>
        <p:spPr>
          <a:xfrm>
            <a:off x="7498079" y="1783080"/>
            <a:ext cx="4114800" cy="4343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quote_text"/>
          <p:cNvSpPr txBox="1"/>
          <p:nvPr/>
        </p:nvSpPr>
        <p:spPr>
          <a:xfrm>
            <a:off x="7726679" y="1993392"/>
            <a:ext cx="3703320" cy="3931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g_text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4" name="title_text"/>
          <p:cNvSpPr txBox="1"/>
          <p:nvPr/>
        </p:nvSpPr>
        <p:spPr>
          <a:xfrm>
            <a:off x="566928" y="566928"/>
            <a:ext cx="110185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5" name="divider"/>
          <p:cNvSpPr/>
          <p:nvPr/>
        </p:nvSpPr>
        <p:spPr>
          <a:xfrm>
            <a:off x="566928" y="1517904"/>
            <a:ext cx="1417320" cy="41148"/>
          </a:xfrm>
          <a:prstGeom prst="rect">
            <a:avLst/>
          </a:prstGeom>
          <a:solidFill>
            <a:srgbClr val="C4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text"/>
          <p:cNvSpPr txBox="1"/>
          <p:nvPr/>
        </p:nvSpPr>
        <p:spPr>
          <a:xfrm>
            <a:off x="566928" y="64465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7" name="slide_number"/>
          <p:cNvSpPr txBox="1"/>
          <p:nvPr/>
        </p:nvSpPr>
        <p:spPr>
          <a:xfrm>
            <a:off x="9281160" y="64465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</a:p>
        </p:txBody>
      </p:sp>
      <p:sp>
        <p:nvSpPr>
          <p:cNvPr id="8" name="body_text"/>
          <p:cNvSpPr txBox="1"/>
          <p:nvPr/>
        </p:nvSpPr>
        <p:spPr>
          <a:xfrm>
            <a:off x="566928" y="1737360"/>
            <a:ext cx="11018520" cy="1554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9" name="quote_panel"/>
          <p:cNvSpPr/>
          <p:nvPr/>
        </p:nvSpPr>
        <p:spPr>
          <a:xfrm>
            <a:off x="566928" y="3520440"/>
            <a:ext cx="110185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quote_mark"/>
          <p:cNvSpPr txBox="1"/>
          <p:nvPr/>
        </p:nvSpPr>
        <p:spPr>
          <a:xfrm>
            <a:off x="749808" y="3611880"/>
            <a:ext cx="64008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r>
              <a:t>“</a:t>
            </a:r>
          </a:p>
        </p:txBody>
      </p:sp>
      <p:sp>
        <p:nvSpPr>
          <p:cNvPr id="11" name="quote_text"/>
          <p:cNvSpPr txBox="1"/>
          <p:nvPr/>
        </p:nvSpPr>
        <p:spPr>
          <a:xfrm>
            <a:off x="1325880" y="3794760"/>
            <a:ext cx="9921240" cy="21488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g_text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4" name="title_text"/>
          <p:cNvSpPr txBox="1"/>
          <p:nvPr/>
        </p:nvSpPr>
        <p:spPr>
          <a:xfrm>
            <a:off x="566928" y="566928"/>
            <a:ext cx="110185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5" name="divider"/>
          <p:cNvSpPr/>
          <p:nvPr/>
        </p:nvSpPr>
        <p:spPr>
          <a:xfrm>
            <a:off x="566928" y="1517904"/>
            <a:ext cx="1417320" cy="41148"/>
          </a:xfrm>
          <a:prstGeom prst="rect">
            <a:avLst/>
          </a:prstGeom>
          <a:solidFill>
            <a:srgbClr val="C4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text"/>
          <p:cNvSpPr txBox="1"/>
          <p:nvPr/>
        </p:nvSpPr>
        <p:spPr>
          <a:xfrm>
            <a:off x="566928" y="64465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7" name="slide_number"/>
          <p:cNvSpPr txBox="1"/>
          <p:nvPr/>
        </p:nvSpPr>
        <p:spPr>
          <a:xfrm>
            <a:off x="9281160" y="64465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</a:p>
        </p:txBody>
      </p:sp>
      <p:sp>
        <p:nvSpPr>
          <p:cNvPr id="8" name="body_text"/>
          <p:cNvSpPr txBox="1"/>
          <p:nvPr/>
        </p:nvSpPr>
        <p:spPr>
          <a:xfrm>
            <a:off x="566928" y="1719072"/>
            <a:ext cx="110185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9" name="quote_text"/>
          <p:cNvSpPr txBox="1"/>
          <p:nvPr/>
        </p:nvSpPr>
        <p:spPr>
          <a:xfrm>
            <a:off x="566928" y="5989320"/>
            <a:ext cx="11018520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g_text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4" name="title_text"/>
          <p:cNvSpPr txBox="1"/>
          <p:nvPr/>
        </p:nvSpPr>
        <p:spPr>
          <a:xfrm>
            <a:off x="566928" y="566928"/>
            <a:ext cx="110185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5" name="divider"/>
          <p:cNvSpPr/>
          <p:nvPr/>
        </p:nvSpPr>
        <p:spPr>
          <a:xfrm>
            <a:off x="566928" y="1517904"/>
            <a:ext cx="1417320" cy="41148"/>
          </a:xfrm>
          <a:prstGeom prst="rect">
            <a:avLst/>
          </a:prstGeom>
          <a:solidFill>
            <a:srgbClr val="C4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text"/>
          <p:cNvSpPr txBox="1"/>
          <p:nvPr/>
        </p:nvSpPr>
        <p:spPr>
          <a:xfrm>
            <a:off x="566928" y="64465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7" name="slide_number"/>
          <p:cNvSpPr txBox="1"/>
          <p:nvPr/>
        </p:nvSpPr>
        <p:spPr>
          <a:xfrm>
            <a:off x="9281160" y="64465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</a:p>
        </p:txBody>
      </p:sp>
      <p:sp>
        <p:nvSpPr>
          <p:cNvPr id="8" name="body_text"/>
          <p:cNvSpPr txBox="1"/>
          <p:nvPr/>
        </p:nvSpPr>
        <p:spPr>
          <a:xfrm>
            <a:off x="566928" y="1783080"/>
            <a:ext cx="11018520" cy="3794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9" name="quote_text"/>
          <p:cNvSpPr txBox="1"/>
          <p:nvPr/>
        </p:nvSpPr>
        <p:spPr>
          <a:xfrm>
            <a:off x="566928" y="5669280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ccent_bar"/>
          <p:cNvSpPr/>
          <p:nvPr/>
        </p:nvSpPr>
        <p:spPr>
          <a:xfrm>
            <a:off x="0" y="0"/>
            <a:ext cx="12191999" cy="73152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g_text"/>
          <p:cNvSpPr txBox="1"/>
          <p:nvPr/>
        </p:nvSpPr>
        <p:spPr>
          <a:xfrm>
            <a:off x="566928" y="29260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4" name="title_text"/>
          <p:cNvSpPr txBox="1"/>
          <p:nvPr/>
        </p:nvSpPr>
        <p:spPr>
          <a:xfrm>
            <a:off x="566928" y="566928"/>
            <a:ext cx="110185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5" name="divider"/>
          <p:cNvSpPr/>
          <p:nvPr/>
        </p:nvSpPr>
        <p:spPr>
          <a:xfrm>
            <a:off x="566928" y="1517904"/>
            <a:ext cx="1417320" cy="41148"/>
          </a:xfrm>
          <a:prstGeom prst="rect">
            <a:avLst/>
          </a:prstGeom>
          <a:solidFill>
            <a:srgbClr val="C4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_text"/>
          <p:cNvSpPr txBox="1"/>
          <p:nvPr/>
        </p:nvSpPr>
        <p:spPr>
          <a:xfrm>
            <a:off x="566928" y="6446520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7" name="slide_number"/>
          <p:cNvSpPr txBox="1"/>
          <p:nvPr/>
        </p:nvSpPr>
        <p:spPr>
          <a:xfrm>
            <a:off x="9281160" y="6446520"/>
            <a:ext cx="23317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r"/>
          </a:p>
        </p:txBody>
      </p:sp>
      <p:sp>
        <p:nvSpPr>
          <p:cNvPr id="8" name="body_text"/>
          <p:cNvSpPr txBox="1"/>
          <p:nvPr/>
        </p:nvSpPr>
        <p:spPr>
          <a:xfrm>
            <a:off x="566928" y="1783080"/>
            <a:ext cx="11018520" cy="37947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  <p:sp>
        <p:nvSpPr>
          <p:cNvPr id="9" name="quote_text"/>
          <p:cNvSpPr txBox="1"/>
          <p:nvPr/>
        </p:nvSpPr>
        <p:spPr>
          <a:xfrm>
            <a:off x="566928" y="5669280"/>
            <a:ext cx="110185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